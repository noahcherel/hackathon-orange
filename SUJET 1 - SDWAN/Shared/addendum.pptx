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7"/>
  </p:notesMasterIdLst>
  <p:handoutMasterIdLst>
    <p:handoutMasterId r:id="rId8"/>
  </p:handoutMasterIdLst>
  <p:sldIdLst>
    <p:sldId id="346" r:id="rId2"/>
    <p:sldId id="258" r:id="rId3"/>
    <p:sldId id="343" r:id="rId4"/>
    <p:sldId id="356" r:id="rId5"/>
    <p:sldId id="275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8F8F"/>
    <a:srgbClr val="999999"/>
    <a:srgbClr val="666666"/>
    <a:srgbClr val="000000"/>
    <a:srgbClr val="EEEEEE"/>
    <a:srgbClr val="99A6A6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41981-43FA-4611-8386-4EABD32C94DD}" v="58" dt="2026-02-06T09:31:25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BERT Alexandre OBS/OBF" userId="S::alexandre1.aubert@orange.com::d03e9725-fc7b-4cb7-985b-eb3ae2db7257" providerId="AD" clId="Web-{965B6894-F597-9D09-AE32-B448F13E1F3F}"/>
    <pc:docChg chg="modSld">
      <pc:chgData name="AUBERT Alexandre OBS/OBF" userId="S::alexandre1.aubert@orange.com::d03e9725-fc7b-4cb7-985b-eb3ae2db7257" providerId="AD" clId="Web-{965B6894-F597-9D09-AE32-B448F13E1F3F}" dt="2026-02-06T09:19:03.373" v="5" actId="1076"/>
      <pc:docMkLst>
        <pc:docMk/>
      </pc:docMkLst>
      <pc:sldChg chg="modSp">
        <pc:chgData name="AUBERT Alexandre OBS/OBF" userId="S::alexandre1.aubert@orange.com::d03e9725-fc7b-4cb7-985b-eb3ae2db7257" providerId="AD" clId="Web-{965B6894-F597-9D09-AE32-B448F13E1F3F}" dt="2026-02-06T09:19:03.373" v="5" actId="1076"/>
        <pc:sldMkLst>
          <pc:docMk/>
          <pc:sldMk cId="3534451273" sldId="258"/>
        </pc:sldMkLst>
        <pc:graphicFrameChg chg="mod">
          <ac:chgData name="AUBERT Alexandre OBS/OBF" userId="S::alexandre1.aubert@orange.com::d03e9725-fc7b-4cb7-985b-eb3ae2db7257" providerId="AD" clId="Web-{965B6894-F597-9D09-AE32-B448F13E1F3F}" dt="2026-02-06T09:19:03.373" v="5" actId="1076"/>
          <ac:graphicFrameMkLst>
            <pc:docMk/>
            <pc:sldMk cId="3534451273" sldId="258"/>
            <ac:graphicFrameMk id="7" creationId="{B6E42D69-5554-94BF-5621-24403ED6FED8}"/>
          </ac:graphicFrameMkLst>
        </pc:graphicFrameChg>
      </pc:sldChg>
      <pc:sldChg chg="modSp">
        <pc:chgData name="AUBERT Alexandre OBS/OBF" userId="S::alexandre1.aubert@orange.com::d03e9725-fc7b-4cb7-985b-eb3ae2db7257" providerId="AD" clId="Web-{965B6894-F597-9D09-AE32-B448F13E1F3F}" dt="2026-02-06T09:19:01.967" v="4" actId="1076"/>
        <pc:sldMkLst>
          <pc:docMk/>
          <pc:sldMk cId="2902313012" sldId="343"/>
        </pc:sldMkLst>
        <pc:graphicFrameChg chg="mod">
          <ac:chgData name="AUBERT Alexandre OBS/OBF" userId="S::alexandre1.aubert@orange.com::d03e9725-fc7b-4cb7-985b-eb3ae2db7257" providerId="AD" clId="Web-{965B6894-F597-9D09-AE32-B448F13E1F3F}" dt="2026-02-06T09:19:01.967" v="4" actId="1076"/>
          <ac:graphicFrameMkLst>
            <pc:docMk/>
            <pc:sldMk cId="2902313012" sldId="343"/>
            <ac:graphicFrameMk id="4" creationId="{2C66296B-60D7-7BD9-0300-8A931972936B}"/>
          </ac:graphicFrameMkLst>
        </pc:graphicFrameChg>
      </pc:sldChg>
    </pc:docChg>
  </pc:docChgLst>
  <pc:docChgLst>
    <pc:chgData name="JEANNE Tanguy OBS/MKT" userId="755c656c-4dc5-4e96-a9e2-24d653ccac20" providerId="ADAL" clId="{C10F9B33-8E65-4DA4-86C3-EFE8886E4E79}"/>
    <pc:docChg chg="undo custSel addSld delSld modSld">
      <pc:chgData name="JEANNE Tanguy OBS/MKT" userId="755c656c-4dc5-4e96-a9e2-24d653ccac20" providerId="ADAL" clId="{C10F9B33-8E65-4DA4-86C3-EFE8886E4E79}" dt="2026-02-06T09:31:25.535" v="8173" actId="20577"/>
      <pc:docMkLst>
        <pc:docMk/>
      </pc:docMkLst>
      <pc:sldChg chg="addSp delSp modSp mod setBg">
        <pc:chgData name="JEANNE Tanguy OBS/MKT" userId="755c656c-4dc5-4e96-a9e2-24d653ccac20" providerId="ADAL" clId="{C10F9B33-8E65-4DA4-86C3-EFE8886E4E79}" dt="2026-02-06T09:19:15.956" v="8150"/>
        <pc:sldMkLst>
          <pc:docMk/>
          <pc:sldMk cId="3534451273" sldId="258"/>
        </pc:sldMkLst>
        <pc:spChg chg="mod">
          <ac:chgData name="JEANNE Tanguy OBS/MKT" userId="755c656c-4dc5-4e96-a9e2-24d653ccac20" providerId="ADAL" clId="{C10F9B33-8E65-4DA4-86C3-EFE8886E4E79}" dt="2026-02-05T09:16:11.304" v="7297"/>
          <ac:spMkLst>
            <pc:docMk/>
            <pc:sldMk cId="3534451273" sldId="258"/>
            <ac:spMk id="2" creationId="{00000000-0000-0000-0000-000000000000}"/>
          </ac:spMkLst>
        </pc:spChg>
        <pc:spChg chg="mod">
          <ac:chgData name="JEANNE Tanguy OBS/MKT" userId="755c656c-4dc5-4e96-a9e2-24d653ccac20" providerId="ADAL" clId="{C10F9B33-8E65-4DA4-86C3-EFE8886E4E79}" dt="2026-02-05T09:16:11.304" v="7297"/>
          <ac:spMkLst>
            <pc:docMk/>
            <pc:sldMk cId="3534451273" sldId="258"/>
            <ac:spMk id="3" creationId="{00000000-0000-0000-0000-000000000000}"/>
          </ac:spMkLst>
        </pc:spChg>
        <pc:spChg chg="add del mod">
          <ac:chgData name="JEANNE Tanguy OBS/MKT" userId="755c656c-4dc5-4e96-a9e2-24d653ccac20" providerId="ADAL" clId="{C10F9B33-8E65-4DA4-86C3-EFE8886E4E79}" dt="2026-02-05T07:54:26.394" v="6670" actId="478"/>
          <ac:spMkLst>
            <pc:docMk/>
            <pc:sldMk cId="3534451273" sldId="258"/>
            <ac:spMk id="4" creationId="{00000000-0000-0000-0000-000000000000}"/>
          </ac:spMkLst>
        </pc:spChg>
        <pc:spChg chg="add del mod">
          <ac:chgData name="JEANNE Tanguy OBS/MKT" userId="755c656c-4dc5-4e96-a9e2-24d653ccac20" providerId="ADAL" clId="{C10F9B33-8E65-4DA4-86C3-EFE8886E4E79}" dt="2026-02-05T07:43:12.972" v="6564" actId="478"/>
          <ac:spMkLst>
            <pc:docMk/>
            <pc:sldMk cId="3534451273" sldId="258"/>
            <ac:spMk id="6" creationId="{745A5086-27FC-04AD-ED6F-6A0B5FD6A37C}"/>
          </ac:spMkLst>
        </pc:spChg>
        <pc:spChg chg="add del mod">
          <ac:chgData name="JEANNE Tanguy OBS/MKT" userId="755c656c-4dc5-4e96-a9e2-24d653ccac20" providerId="ADAL" clId="{C10F9B33-8E65-4DA4-86C3-EFE8886E4E79}" dt="2026-02-05T07:54:29.737" v="6671" actId="478"/>
          <ac:spMkLst>
            <pc:docMk/>
            <pc:sldMk cId="3534451273" sldId="258"/>
            <ac:spMk id="9" creationId="{E7998699-6BAE-36E6-EE67-5D95C83979CB}"/>
          </ac:spMkLst>
        </pc:spChg>
        <pc:graphicFrameChg chg="add mod">
          <ac:chgData name="JEANNE Tanguy OBS/MKT" userId="755c656c-4dc5-4e96-a9e2-24d653ccac20" providerId="ADAL" clId="{C10F9B33-8E65-4DA4-86C3-EFE8886E4E79}" dt="2026-02-06T09:19:15.956" v="8150"/>
          <ac:graphicFrameMkLst>
            <pc:docMk/>
            <pc:sldMk cId="3534451273" sldId="258"/>
            <ac:graphicFrameMk id="7" creationId="{B6E42D69-5554-94BF-5621-24403ED6FED8}"/>
          </ac:graphicFrameMkLst>
        </pc:graphicFrameChg>
      </pc:sldChg>
      <pc:sldChg chg="modSp del mod">
        <pc:chgData name="JEANNE Tanguy OBS/MKT" userId="755c656c-4dc5-4e96-a9e2-24d653ccac20" providerId="ADAL" clId="{C10F9B33-8E65-4DA4-86C3-EFE8886E4E79}" dt="2026-02-05T07:37:28.249" v="6227" actId="47"/>
        <pc:sldMkLst>
          <pc:docMk/>
          <pc:sldMk cId="1364263158" sldId="259"/>
        </pc:sldMkLst>
      </pc:sldChg>
      <pc:sldChg chg="add del">
        <pc:chgData name="JEANNE Tanguy OBS/MKT" userId="755c656c-4dc5-4e96-a9e2-24d653ccac20" providerId="ADAL" clId="{C10F9B33-8E65-4DA4-86C3-EFE8886E4E79}" dt="2026-02-03T10:56:54.131" v="5868" actId="47"/>
        <pc:sldMkLst>
          <pc:docMk/>
          <pc:sldMk cId="3069602889" sldId="275"/>
        </pc:sldMkLst>
      </pc:sldChg>
      <pc:sldChg chg="addSp modSp add del mod setBg">
        <pc:chgData name="JEANNE Tanguy OBS/MKT" userId="755c656c-4dc5-4e96-a9e2-24d653ccac20" providerId="ADAL" clId="{C10F9B33-8E65-4DA4-86C3-EFE8886E4E79}" dt="2026-02-05T07:37:11.347" v="6219" actId="47"/>
        <pc:sldMkLst>
          <pc:docMk/>
          <pc:sldMk cId="4039757443" sldId="340"/>
        </pc:sldMkLst>
      </pc:sldChg>
      <pc:sldChg chg="addSp delSp modSp add del mod setBg">
        <pc:chgData name="JEANNE Tanguy OBS/MKT" userId="755c656c-4dc5-4e96-a9e2-24d653ccac20" providerId="ADAL" clId="{C10F9B33-8E65-4DA4-86C3-EFE8886E4E79}" dt="2026-02-05T07:37:12.466" v="6220" actId="47"/>
        <pc:sldMkLst>
          <pc:docMk/>
          <pc:sldMk cId="29395816" sldId="341"/>
        </pc:sldMkLst>
      </pc:sldChg>
      <pc:sldChg chg="addSp delSp modSp add del mod setBg">
        <pc:chgData name="JEANNE Tanguy OBS/MKT" userId="755c656c-4dc5-4e96-a9e2-24d653ccac20" providerId="ADAL" clId="{C10F9B33-8E65-4DA4-86C3-EFE8886E4E79}" dt="2026-02-05T07:37:13.711" v="6221" actId="47"/>
        <pc:sldMkLst>
          <pc:docMk/>
          <pc:sldMk cId="3418113160" sldId="342"/>
        </pc:sldMkLst>
      </pc:sldChg>
      <pc:sldChg chg="addSp delSp modSp add mod setBg">
        <pc:chgData name="JEANNE Tanguy OBS/MKT" userId="755c656c-4dc5-4e96-a9e2-24d653ccac20" providerId="ADAL" clId="{C10F9B33-8E65-4DA4-86C3-EFE8886E4E79}" dt="2026-02-06T09:27:26.821" v="8154"/>
        <pc:sldMkLst>
          <pc:docMk/>
          <pc:sldMk cId="2902313012" sldId="343"/>
        </pc:sldMkLst>
        <pc:spChg chg="mod">
          <ac:chgData name="JEANNE Tanguy OBS/MKT" userId="755c656c-4dc5-4e96-a9e2-24d653ccac20" providerId="ADAL" clId="{C10F9B33-8E65-4DA4-86C3-EFE8886E4E79}" dt="2026-02-05T09:16:13.507" v="7298"/>
          <ac:spMkLst>
            <pc:docMk/>
            <pc:sldMk cId="2902313012" sldId="343"/>
            <ac:spMk id="2" creationId="{0F36C925-A150-FE2C-DDD4-D70696DB9775}"/>
          </ac:spMkLst>
        </pc:spChg>
        <pc:spChg chg="mod">
          <ac:chgData name="JEANNE Tanguy OBS/MKT" userId="755c656c-4dc5-4e96-a9e2-24d653ccac20" providerId="ADAL" clId="{C10F9B33-8E65-4DA4-86C3-EFE8886E4E79}" dt="2026-02-05T09:40:30.450" v="8066" actId="14100"/>
          <ac:spMkLst>
            <pc:docMk/>
            <pc:sldMk cId="2902313012" sldId="343"/>
            <ac:spMk id="3" creationId="{3952D330-AED2-C009-A95D-8F2B3F364255}"/>
          </ac:spMkLst>
        </pc:spChg>
        <pc:spChg chg="add del mod">
          <ac:chgData name="JEANNE Tanguy OBS/MKT" userId="755c656c-4dc5-4e96-a9e2-24d653ccac20" providerId="ADAL" clId="{C10F9B33-8E65-4DA4-86C3-EFE8886E4E79}" dt="2026-02-05T09:16:08.218" v="7296" actId="478"/>
          <ac:spMkLst>
            <pc:docMk/>
            <pc:sldMk cId="2902313012" sldId="343"/>
            <ac:spMk id="5" creationId="{80C297CD-4D62-88A8-4B63-6C995422B256}"/>
          </ac:spMkLst>
        </pc:spChg>
        <pc:spChg chg="add mod">
          <ac:chgData name="JEANNE Tanguy OBS/MKT" userId="755c656c-4dc5-4e96-a9e2-24d653ccac20" providerId="ADAL" clId="{C10F9B33-8E65-4DA4-86C3-EFE8886E4E79}" dt="2026-02-05T09:41:30.981" v="8144" actId="14100"/>
          <ac:spMkLst>
            <pc:docMk/>
            <pc:sldMk cId="2902313012" sldId="343"/>
            <ac:spMk id="6" creationId="{6AD00885-4DB1-B6FC-596A-36976234E011}"/>
          </ac:spMkLst>
        </pc:spChg>
        <pc:spChg chg="add mod">
          <ac:chgData name="JEANNE Tanguy OBS/MKT" userId="755c656c-4dc5-4e96-a9e2-24d653ccac20" providerId="ADAL" clId="{C10F9B33-8E65-4DA4-86C3-EFE8886E4E79}" dt="2026-02-05T09:40:50.967" v="8072"/>
          <ac:spMkLst>
            <pc:docMk/>
            <pc:sldMk cId="2902313012" sldId="343"/>
            <ac:spMk id="7" creationId="{F4FD2BC9-FBBA-57E4-FB4D-CC98DAFD6D8B}"/>
          </ac:spMkLst>
        </pc:spChg>
        <pc:graphicFrameChg chg="add mod">
          <ac:chgData name="JEANNE Tanguy OBS/MKT" userId="755c656c-4dc5-4e96-a9e2-24d653ccac20" providerId="ADAL" clId="{C10F9B33-8E65-4DA4-86C3-EFE8886E4E79}" dt="2026-02-06T09:27:26.821" v="8154"/>
          <ac:graphicFrameMkLst>
            <pc:docMk/>
            <pc:sldMk cId="2902313012" sldId="343"/>
            <ac:graphicFrameMk id="4" creationId="{2C66296B-60D7-7BD9-0300-8A931972936B}"/>
          </ac:graphicFrameMkLst>
        </pc:graphicFrameChg>
      </pc:sldChg>
      <pc:sldChg chg="modSp add del mod setBg">
        <pc:chgData name="JEANNE Tanguy OBS/MKT" userId="755c656c-4dc5-4e96-a9e2-24d653ccac20" providerId="ADAL" clId="{C10F9B33-8E65-4DA4-86C3-EFE8886E4E79}" dt="2026-02-05T07:37:17.361" v="6222" actId="47"/>
        <pc:sldMkLst>
          <pc:docMk/>
          <pc:sldMk cId="46835476" sldId="345"/>
        </pc:sldMkLst>
      </pc:sldChg>
      <pc:sldChg chg="modSp add mod setBg">
        <pc:chgData name="JEANNE Tanguy OBS/MKT" userId="755c656c-4dc5-4e96-a9e2-24d653ccac20" providerId="ADAL" clId="{C10F9B33-8E65-4DA4-86C3-EFE8886E4E79}" dt="2026-02-05T07:42:11.282" v="6471" actId="20577"/>
        <pc:sldMkLst>
          <pc:docMk/>
          <pc:sldMk cId="2602895957" sldId="346"/>
        </pc:sldMkLst>
        <pc:spChg chg="mod">
          <ac:chgData name="JEANNE Tanguy OBS/MKT" userId="755c656c-4dc5-4e96-a9e2-24d653ccac20" providerId="ADAL" clId="{C10F9B33-8E65-4DA4-86C3-EFE8886E4E79}" dt="2026-02-05T07:42:11.282" v="6471" actId="20577"/>
          <ac:spMkLst>
            <pc:docMk/>
            <pc:sldMk cId="2602895957" sldId="346"/>
            <ac:spMk id="8" creationId="{7B1234AD-10AD-0A18-41F0-4C5C7F9170BC}"/>
          </ac:spMkLst>
        </pc:spChg>
      </pc:sldChg>
      <pc:sldChg chg="modSp add del mod setBg">
        <pc:chgData name="JEANNE Tanguy OBS/MKT" userId="755c656c-4dc5-4e96-a9e2-24d653ccac20" providerId="ADAL" clId="{C10F9B33-8E65-4DA4-86C3-EFE8886E4E79}" dt="2026-02-05T09:28:00.224" v="7958" actId="47"/>
        <pc:sldMkLst>
          <pc:docMk/>
          <pc:sldMk cId="2825471688" sldId="347"/>
        </pc:sldMkLst>
      </pc:sldChg>
      <pc:sldChg chg="modSp add del mod setBg">
        <pc:chgData name="JEANNE Tanguy OBS/MKT" userId="755c656c-4dc5-4e96-a9e2-24d653ccac20" providerId="ADAL" clId="{C10F9B33-8E65-4DA4-86C3-EFE8886E4E79}" dt="2026-02-05T07:37:18.812" v="6223" actId="47"/>
        <pc:sldMkLst>
          <pc:docMk/>
          <pc:sldMk cId="2458747021" sldId="348"/>
        </pc:sldMkLst>
      </pc:sldChg>
      <pc:sldChg chg="modSp add del mod setBg">
        <pc:chgData name="JEANNE Tanguy OBS/MKT" userId="755c656c-4dc5-4e96-a9e2-24d653ccac20" providerId="ADAL" clId="{C10F9B33-8E65-4DA4-86C3-EFE8886E4E79}" dt="2026-02-05T07:37:20.331" v="6225" actId="47"/>
        <pc:sldMkLst>
          <pc:docMk/>
          <pc:sldMk cId="1564137729" sldId="349"/>
        </pc:sldMkLst>
      </pc:sldChg>
      <pc:sldChg chg="modSp add del mod setBg">
        <pc:chgData name="JEANNE Tanguy OBS/MKT" userId="755c656c-4dc5-4e96-a9e2-24d653ccac20" providerId="ADAL" clId="{C10F9B33-8E65-4DA4-86C3-EFE8886E4E79}" dt="2026-02-05T07:37:19.647" v="6224" actId="47"/>
        <pc:sldMkLst>
          <pc:docMk/>
          <pc:sldMk cId="624513775" sldId="350"/>
        </pc:sldMkLst>
      </pc:sldChg>
      <pc:sldChg chg="modSp add del mod setBg">
        <pc:chgData name="JEANNE Tanguy OBS/MKT" userId="755c656c-4dc5-4e96-a9e2-24d653ccac20" providerId="ADAL" clId="{C10F9B33-8E65-4DA4-86C3-EFE8886E4E79}" dt="2026-02-05T07:37:21.153" v="6226" actId="47"/>
        <pc:sldMkLst>
          <pc:docMk/>
          <pc:sldMk cId="1408330042" sldId="351"/>
        </pc:sldMkLst>
      </pc:sldChg>
      <pc:sldChg chg="modSp add del mod setBg">
        <pc:chgData name="JEANNE Tanguy OBS/MKT" userId="755c656c-4dc5-4e96-a9e2-24d653ccac20" providerId="ADAL" clId="{C10F9B33-8E65-4DA4-86C3-EFE8886E4E79}" dt="2026-02-05T09:28:00.564" v="7959" actId="47"/>
        <pc:sldMkLst>
          <pc:docMk/>
          <pc:sldMk cId="2328534906" sldId="352"/>
        </pc:sldMkLst>
      </pc:sldChg>
      <pc:sldChg chg="modSp add del mod setBg">
        <pc:chgData name="JEANNE Tanguy OBS/MKT" userId="755c656c-4dc5-4e96-a9e2-24d653ccac20" providerId="ADAL" clId="{C10F9B33-8E65-4DA4-86C3-EFE8886E4E79}" dt="2026-02-05T09:28:01.200" v="7960" actId="47"/>
        <pc:sldMkLst>
          <pc:docMk/>
          <pc:sldMk cId="2777215677" sldId="353"/>
        </pc:sldMkLst>
      </pc:sldChg>
      <pc:sldChg chg="modSp add del mod setBg">
        <pc:chgData name="JEANNE Tanguy OBS/MKT" userId="755c656c-4dc5-4e96-a9e2-24d653ccac20" providerId="ADAL" clId="{C10F9B33-8E65-4DA4-86C3-EFE8886E4E79}" dt="2026-02-05T07:37:30.370" v="6228" actId="47"/>
        <pc:sldMkLst>
          <pc:docMk/>
          <pc:sldMk cId="3351775678" sldId="354"/>
        </pc:sldMkLst>
      </pc:sldChg>
      <pc:sldChg chg="addSp delSp modSp add del mod setBg">
        <pc:chgData name="JEANNE Tanguy OBS/MKT" userId="755c656c-4dc5-4e96-a9e2-24d653ccac20" providerId="ADAL" clId="{C10F9B33-8E65-4DA4-86C3-EFE8886E4E79}" dt="2026-02-05T09:29:58.735" v="7987" actId="47"/>
        <pc:sldMkLst>
          <pc:docMk/>
          <pc:sldMk cId="952573332" sldId="355"/>
        </pc:sldMkLst>
      </pc:sldChg>
      <pc:sldChg chg="delSp modSp add mod setBg">
        <pc:chgData name="JEANNE Tanguy OBS/MKT" userId="755c656c-4dc5-4e96-a9e2-24d653ccac20" providerId="ADAL" clId="{C10F9B33-8E65-4DA4-86C3-EFE8886E4E79}" dt="2026-02-06T09:31:25.535" v="8173" actId="20577"/>
        <pc:sldMkLst>
          <pc:docMk/>
          <pc:sldMk cId="1138779988" sldId="356"/>
        </pc:sldMkLst>
        <pc:spChg chg="mod">
          <ac:chgData name="JEANNE Tanguy OBS/MKT" userId="755c656c-4dc5-4e96-a9e2-24d653ccac20" providerId="ADAL" clId="{C10F9B33-8E65-4DA4-86C3-EFE8886E4E79}" dt="2026-02-05T09:16:15.539" v="7299"/>
          <ac:spMkLst>
            <pc:docMk/>
            <pc:sldMk cId="1138779988" sldId="356"/>
            <ac:spMk id="2" creationId="{6A6743A8-938A-7A72-9527-CFA800F4A552}"/>
          </ac:spMkLst>
        </pc:spChg>
        <pc:spChg chg="mod">
          <ac:chgData name="JEANNE Tanguy OBS/MKT" userId="755c656c-4dc5-4e96-a9e2-24d653ccac20" providerId="ADAL" clId="{C10F9B33-8E65-4DA4-86C3-EFE8886E4E79}" dt="2026-02-06T09:31:25.535" v="8173" actId="20577"/>
          <ac:spMkLst>
            <pc:docMk/>
            <pc:sldMk cId="1138779988" sldId="356"/>
            <ac:spMk id="3" creationId="{434F49AA-0784-C954-7FE5-9F29C98F0C6F}"/>
          </ac:spMkLst>
        </pc:spChg>
        <pc:spChg chg="del mod">
          <ac:chgData name="JEANNE Tanguy OBS/MKT" userId="755c656c-4dc5-4e96-a9e2-24d653ccac20" providerId="ADAL" clId="{C10F9B33-8E65-4DA4-86C3-EFE8886E4E79}" dt="2026-02-05T09:16:00.923" v="7293" actId="478"/>
          <ac:spMkLst>
            <pc:docMk/>
            <pc:sldMk cId="1138779988" sldId="356"/>
            <ac:spMk id="5" creationId="{D3B2A061-7AC0-DD9A-E47E-A5C22F29257E}"/>
          </ac:spMkLst>
        </pc:spChg>
      </pc:sldChg>
      <pc:sldMasterChg chg="addSldLayout delSldLayout">
        <pc:chgData name="JEANNE Tanguy OBS/MKT" userId="755c656c-4dc5-4e96-a9e2-24d653ccac20" providerId="ADAL" clId="{C10F9B33-8E65-4DA4-86C3-EFE8886E4E79}" dt="2026-02-03T10:57:15.507" v="5870" actId="47"/>
        <pc:sldMasterMkLst>
          <pc:docMk/>
          <pc:sldMasterMk cId="1507071699" sldId="214748365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A456-73F1-43A4-B14B-4987CE1DE7D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01E3A-7659-4FD8-B071-A03535E4935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421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7553-0B1F-A3F0-248D-32D32D6E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F1D09-4F53-BF18-0A31-356432BE7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58CC6-683D-0A2B-3678-B0081F356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64EE-63E4-FBB5-662B-28984AAE9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527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37BA-B119-F4C1-E52A-C74FA3C1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CB08D-55B4-5D36-17A4-4A85F3597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8C72C-3300-C89B-5FF6-7C8CBB918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50094-D874-8B31-BA1C-7E70BDF04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246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94C7-0C87-7412-F47B-24403163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D6F8C-5275-C8BB-A0B6-129A4892A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B890B-7D43-065F-A136-EF06620A8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B09E5-3BE7-8934-0AB2-4A9F73754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45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 baseline="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/>
              <a:t>Cliquez pour saisir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Modifiez le texte du masque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</a:lstStyle>
          <a:p>
            <a:pPr lvl="0"/>
            <a:r>
              <a:rPr lang="fr-FR" noProof="0"/>
              <a:t>Modifiez le texte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Cliquez pour indiquer le nom du présentateur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 baseline="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noProof="0"/>
              <a:t>Cliquez pour modifiez le texte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fr-FR" noProof="0"/>
              <a:t>Cliquez pour ajouter un nom de section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Modifiez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Modifiez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/>
              <a:t>Cliquez pour modifiez le titre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/>
              <a:t>Cliquez pour modifiez le titre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Cliquez sur l’icone pour ajouter une 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fr-FR" noProof="0"/>
              <a:t>Cliquez pour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Cliquez ici pour saisir le texte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Modifier le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4" name="MSIPCMContentMarking" descr="{&quot;HashCode&quot;:6032642,&quot;Placement&quot;:&quot;Footer&quot;,&quot;Top&quot;:387.034332,&quot;Left&quot;:320.845978,&quot;SlideWidth&quot;:720,&quot;SlideHeight&quot;:405}">
            <a:extLst>
              <a:ext uri="{FF2B5EF4-FFF2-40B4-BE49-F238E27FC236}">
                <a16:creationId xmlns:a16="http://schemas.microsoft.com/office/drawing/2014/main" id="{1FF1A567-A3C8-4B70-BAC6-4BDC43847A57}"/>
              </a:ext>
            </a:extLst>
          </p:cNvPr>
          <p:cNvSpPr txBox="1"/>
          <p:nvPr userDrawn="1"/>
        </p:nvSpPr>
        <p:spPr>
          <a:xfrm>
            <a:off x="4074744" y="4915336"/>
            <a:ext cx="994512" cy="22816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800">
                <a:solidFill>
                  <a:srgbClr val="ED7D31"/>
                </a:solidFill>
                <a:latin typeface="Calibri" panose="020F0502020204030204" pitchFamily="34" charset="0"/>
              </a:rPr>
              <a:t>Orange Restricted</a:t>
            </a:r>
            <a:endParaRPr lang="fr-FR" sz="800" err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 baseline="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4338F-262B-7D18-31C0-B692D9BC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1234AD-10AD-0A18-41F0-4C5C7F9170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3769" y="268288"/>
            <a:ext cx="7978176" cy="4283075"/>
          </a:xfrm>
        </p:spPr>
        <p:txBody>
          <a:bodyPr/>
          <a:lstStyle/>
          <a:p>
            <a:r>
              <a:rPr lang="fr-FR"/>
              <a:t>Etude complémentaire</a:t>
            </a:r>
          </a:p>
          <a:p>
            <a:pPr lvl="1"/>
            <a:r>
              <a:rPr lang="fr-FR">
                <a:solidFill>
                  <a:schemeClr val="bg1"/>
                </a:solidFill>
              </a:rPr>
              <a:t>Choix des </a:t>
            </a:r>
            <a:r>
              <a:rPr lang="fr-FR" err="1">
                <a:solidFill>
                  <a:schemeClr val="bg1"/>
                </a:solidFill>
              </a:rPr>
              <a:t>edges</a:t>
            </a:r>
            <a:r>
              <a:rPr lang="fr-FR">
                <a:solidFill>
                  <a:schemeClr val="bg1"/>
                </a:solidFill>
              </a:rPr>
              <a:t> de remplacement</a:t>
            </a:r>
          </a:p>
        </p:txBody>
      </p:sp>
    </p:spTree>
    <p:extLst>
      <p:ext uri="{BB962C8B-B14F-4D97-AF65-F5344CB8AC3E}">
        <p14:creationId xmlns:p14="http://schemas.microsoft.com/office/powerpoint/2010/main" val="2602895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/>
              <a:t>Gamme 7x0</a:t>
            </a:r>
          </a:p>
          <a:p>
            <a:pPr lvl="1"/>
            <a:r>
              <a:rPr lang="fr-FR">
                <a:solidFill>
                  <a:schemeClr val="bg1"/>
                </a:solidFill>
              </a:rPr>
              <a:t>Trois modèles principaux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710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720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740</a:t>
            </a:r>
          </a:p>
          <a:p>
            <a:pPr lvl="2"/>
            <a:endParaRPr lang="fr-FR">
              <a:solidFill>
                <a:schemeClr val="bg1"/>
              </a:solidFill>
            </a:endParaRPr>
          </a:p>
          <a:p>
            <a:pPr lvl="1"/>
            <a:r>
              <a:rPr lang="fr-FR" err="1">
                <a:solidFill>
                  <a:schemeClr val="bg1"/>
                </a:solidFill>
              </a:rPr>
              <a:t>Licenses</a:t>
            </a:r>
            <a:endParaRPr lang="fr-FR">
              <a:solidFill>
                <a:schemeClr val="bg1"/>
              </a:solidFill>
            </a:endParaRPr>
          </a:p>
          <a:p>
            <a:pPr lvl="2"/>
            <a:r>
              <a:rPr lang="fr-FR">
                <a:solidFill>
                  <a:schemeClr val="bg1"/>
                </a:solidFill>
              </a:rPr>
              <a:t>3 niveaux de services (standard, </a:t>
            </a:r>
            <a:r>
              <a:rPr lang="fr-FR" err="1">
                <a:solidFill>
                  <a:schemeClr val="bg1"/>
                </a:solidFill>
              </a:rPr>
              <a:t>enterprise</a:t>
            </a:r>
            <a:r>
              <a:rPr lang="fr-FR">
                <a:solidFill>
                  <a:schemeClr val="bg1"/>
                </a:solidFill>
              </a:rPr>
              <a:t>, premium)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11 niveaux de débits</a:t>
            </a:r>
          </a:p>
          <a:p>
            <a:pPr marL="0" lvl="2" indent="0">
              <a:buNone/>
            </a:pPr>
            <a:endParaRPr lang="fr-FR">
              <a:solidFill>
                <a:schemeClr val="bg1"/>
              </a:solidFill>
            </a:endParaRPr>
          </a:p>
          <a:p>
            <a:pPr lvl="2"/>
            <a:endParaRPr lang="fr-FR">
              <a:solidFill>
                <a:schemeClr val="bg1"/>
              </a:solidFill>
            </a:endParaRPr>
          </a:p>
          <a:p>
            <a:pPr lvl="1"/>
            <a:endParaRPr lang="fr-FR">
              <a:solidFill>
                <a:schemeClr val="bg1"/>
              </a:solidFill>
            </a:endParaRPr>
          </a:p>
          <a:p>
            <a:pPr lvl="1"/>
            <a:endParaRPr lang="fr-FR">
              <a:solidFill>
                <a:schemeClr val="bg1"/>
              </a:solidFill>
            </a:endParaRPr>
          </a:p>
          <a:p>
            <a:pPr lvl="1"/>
            <a:endParaRPr lang="fr-FR">
              <a:solidFill>
                <a:schemeClr val="bg1"/>
              </a:solidFill>
            </a:endParaRPr>
          </a:p>
          <a:p>
            <a:pPr lvl="1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Gamme des </a:t>
            </a:r>
            <a:r>
              <a:rPr lang="fr-FR" err="1"/>
              <a:t>edges</a:t>
            </a:r>
            <a:r>
              <a:rPr lang="fr-FR"/>
              <a:t> 7x0</a:t>
            </a:r>
            <a:br>
              <a:rPr lang="fr-FR"/>
            </a:br>
            <a:r>
              <a:rPr lang="fr-FR">
                <a:solidFill>
                  <a:schemeClr val="bg1"/>
                </a:solidFill>
              </a:rPr>
              <a:t>Modèles et licences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B6E42D69-5554-94BF-5621-24403ED6FE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945709"/>
              </p:ext>
            </p:extLst>
          </p:nvPr>
        </p:nvGraphicFramePr>
        <p:xfrm>
          <a:off x="5343525" y="554038"/>
          <a:ext cx="3035300" cy="392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3886052" imgH="5029200" progId="AcroExch.Document.DC">
                  <p:embed/>
                </p:oleObj>
              </mc:Choice>
              <mc:Fallback>
                <p:oleObj name="Acrobat Document" r:id="rId3" imgW="3886052" imgH="5029200" progId="AcroExch.Document.DC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B6E42D69-5554-94BF-5621-24403ED6FE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43525" y="554038"/>
                        <a:ext cx="3035300" cy="3929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4451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E0D68-8DD0-E34F-42E4-DB1FB1AD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D330-AED2-C009-A95D-8F2B3F364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1181101"/>
            <a:ext cx="4590183" cy="3370262"/>
          </a:xfrm>
        </p:spPr>
        <p:txBody>
          <a:bodyPr/>
          <a:lstStyle/>
          <a:p>
            <a:r>
              <a:rPr lang="fr-FR"/>
              <a:t>Précisions techniques</a:t>
            </a:r>
          </a:p>
          <a:p>
            <a:pPr lvl="1"/>
            <a:r>
              <a:rPr lang="fr-FR">
                <a:solidFill>
                  <a:schemeClr val="bg1"/>
                </a:solidFill>
              </a:rPr>
              <a:t>Le client utilise ou prévoit d’utiliser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8 profiles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6 segments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Le « </a:t>
            </a:r>
            <a:r>
              <a:rPr lang="fr-FR" err="1">
                <a:solidFill>
                  <a:schemeClr val="bg1"/>
                </a:solidFill>
              </a:rPr>
              <a:t>dynamic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branch</a:t>
            </a:r>
            <a:r>
              <a:rPr lang="fr-FR">
                <a:solidFill>
                  <a:schemeClr val="bg1"/>
                </a:solidFill>
              </a:rPr>
              <a:t> to </a:t>
            </a:r>
            <a:r>
              <a:rPr lang="fr-FR" err="1">
                <a:solidFill>
                  <a:schemeClr val="bg1"/>
                </a:solidFill>
              </a:rPr>
              <a:t>branch</a:t>
            </a:r>
            <a:r>
              <a:rPr lang="fr-FR">
                <a:solidFill>
                  <a:schemeClr val="bg1"/>
                </a:solidFill>
              </a:rPr>
              <a:t> »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Le service « </a:t>
            </a:r>
            <a:r>
              <a:rPr lang="fr-FR" err="1">
                <a:solidFill>
                  <a:schemeClr val="bg1"/>
                </a:solidFill>
              </a:rPr>
              <a:t>Enhanced</a:t>
            </a:r>
            <a:r>
              <a:rPr lang="fr-FR">
                <a:solidFill>
                  <a:schemeClr val="bg1"/>
                </a:solidFill>
              </a:rPr>
              <a:t> Firewall  »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Uniquement du « </a:t>
            </a:r>
            <a:r>
              <a:rPr lang="fr-FR" err="1">
                <a:solidFill>
                  <a:schemeClr val="bg1"/>
                </a:solidFill>
              </a:rPr>
              <a:t>routed</a:t>
            </a:r>
            <a:r>
              <a:rPr lang="fr-FR">
                <a:solidFill>
                  <a:schemeClr val="bg1"/>
                </a:solidFill>
              </a:rPr>
              <a:t>-mode ports »</a:t>
            </a:r>
          </a:p>
          <a:p>
            <a:pPr lvl="1"/>
            <a:endParaRPr lang="fr-FR">
              <a:solidFill>
                <a:schemeClr val="bg1"/>
              </a:solidFill>
            </a:endParaRPr>
          </a:p>
          <a:p>
            <a:pPr lvl="1"/>
            <a:r>
              <a:rPr lang="fr-FR">
                <a:solidFill>
                  <a:schemeClr val="bg1"/>
                </a:solidFill>
              </a:rPr>
              <a:t>Il n’utilise pas les services </a:t>
            </a:r>
          </a:p>
          <a:p>
            <a:pPr lvl="2"/>
            <a:r>
              <a:rPr lang="en-US">
                <a:solidFill>
                  <a:schemeClr val="bg1"/>
                </a:solidFill>
              </a:rPr>
              <a:t>Gateways as Cloud VPN Hub</a:t>
            </a:r>
          </a:p>
          <a:p>
            <a:pPr lvl="2"/>
            <a:r>
              <a:rPr lang="en-US">
                <a:solidFill>
                  <a:schemeClr val="bg1"/>
                </a:solidFill>
              </a:rPr>
              <a:t>Cloud Gateway to SaaS and Cloud Security Service</a:t>
            </a:r>
          </a:p>
          <a:p>
            <a:pPr lvl="2"/>
            <a:r>
              <a:rPr lang="en-US" err="1">
                <a:solidFill>
                  <a:schemeClr val="bg1"/>
                </a:solidFill>
              </a:rPr>
              <a:t>Wifi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ou</a:t>
            </a:r>
            <a:r>
              <a:rPr lang="en-US">
                <a:solidFill>
                  <a:schemeClr val="bg1"/>
                </a:solidFill>
              </a:rPr>
              <a:t> 5G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6C925-A150-FE2C-DDD4-D70696DB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Besoins clients</a:t>
            </a:r>
            <a:br>
              <a:rPr lang="fr-FR"/>
            </a:br>
            <a:r>
              <a:rPr lang="fr-FR">
                <a:solidFill>
                  <a:schemeClr val="bg1"/>
                </a:solidFill>
              </a:rPr>
              <a:t>Précisions apportées par le client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D00885-4DB1-B6FC-596A-36976234E011}"/>
              </a:ext>
            </a:extLst>
          </p:cNvPr>
          <p:cNvSpPr txBox="1">
            <a:spLocks/>
          </p:cNvSpPr>
          <p:nvPr/>
        </p:nvSpPr>
        <p:spPr>
          <a:xfrm>
            <a:off x="5174673" y="1181101"/>
            <a:ext cx="3747654" cy="33702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 baseline="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>
                <a:solidFill>
                  <a:schemeClr val="bg2"/>
                </a:solidFill>
              </a:rPr>
              <a:t>Relevé des indicateurs max mesurés par </a:t>
            </a:r>
            <a:r>
              <a:rPr lang="fr-FR" err="1">
                <a:solidFill>
                  <a:schemeClr val="bg2"/>
                </a:solidFill>
              </a:rPr>
              <a:t>edge</a:t>
            </a:r>
            <a:endParaRPr lang="fr-FR">
              <a:solidFill>
                <a:schemeClr val="bg2"/>
              </a:solidFill>
            </a:endParaRPr>
          </a:p>
        </p:txBody>
      </p:sp>
      <p:graphicFrame>
        <p:nvGraphicFramePr>
          <p:cNvPr id="4" name="Objet 3">
            <a:extLst>
              <a:ext uri="{FF2B5EF4-FFF2-40B4-BE49-F238E27FC236}">
                <a16:creationId xmlns:a16="http://schemas.microsoft.com/office/drawing/2014/main" id="{2C66296B-60D7-7BD9-0300-8A9319729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320068"/>
              </p:ext>
            </p:extLst>
          </p:nvPr>
        </p:nvGraphicFramePr>
        <p:xfrm>
          <a:off x="5868988" y="1739900"/>
          <a:ext cx="2211387" cy="313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3777942" imgH="5346481" progId="AcroExch.Document.DC">
                  <p:embed/>
                </p:oleObj>
              </mc:Choice>
              <mc:Fallback>
                <p:oleObj name="Acrobat Document" r:id="rId4" imgW="3777942" imgH="5346481" progId="AcroExch.Document.DC">
                  <p:embed/>
                  <p:pic>
                    <p:nvPicPr>
                      <p:cNvPr id="4" name="Objet 3">
                        <a:extLst>
                          <a:ext uri="{FF2B5EF4-FFF2-40B4-BE49-F238E27FC236}">
                            <a16:creationId xmlns:a16="http://schemas.microsoft.com/office/drawing/2014/main" id="{2C66296B-60D7-7BD9-0300-8A9319729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68988" y="1739900"/>
                        <a:ext cx="2211387" cy="3132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2313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CF134-BAE0-C4F8-8EF5-1B1140F0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49AA-0784-C954-7FE5-9F29C98F0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1181101"/>
            <a:ext cx="4583256" cy="3370262"/>
          </a:xfrm>
        </p:spPr>
        <p:txBody>
          <a:bodyPr/>
          <a:lstStyle/>
          <a:p>
            <a:r>
              <a:rPr lang="fr-FR"/>
              <a:t>Optimisations attendues</a:t>
            </a:r>
          </a:p>
          <a:p>
            <a:r>
              <a:rPr lang="fr-FR">
                <a:solidFill>
                  <a:schemeClr val="bg1"/>
                </a:solidFill>
              </a:rPr>
              <a:t>Définir pour le client le niveau de services à souscrire (standard, </a:t>
            </a:r>
            <a:r>
              <a:rPr lang="fr-FR" err="1">
                <a:solidFill>
                  <a:schemeClr val="bg1"/>
                </a:solidFill>
              </a:rPr>
              <a:t>enterprise</a:t>
            </a:r>
            <a:r>
              <a:rPr lang="fr-FR">
                <a:solidFill>
                  <a:schemeClr val="bg1"/>
                </a:solidFill>
              </a:rPr>
              <a:t>, premium) pour un contrat sur 3 ans</a:t>
            </a:r>
          </a:p>
          <a:p>
            <a:endParaRPr lang="fr-FR"/>
          </a:p>
          <a:p>
            <a:pPr lvl="1"/>
            <a:r>
              <a:rPr lang="fr-FR">
                <a:solidFill>
                  <a:schemeClr val="bg1"/>
                </a:solidFill>
              </a:rPr>
              <a:t>Définir pour chaque </a:t>
            </a:r>
            <a:r>
              <a:rPr lang="fr-FR" err="1">
                <a:solidFill>
                  <a:schemeClr val="bg1"/>
                </a:solidFill>
              </a:rPr>
              <a:t>edge</a:t>
            </a:r>
            <a:endParaRPr lang="fr-FR">
              <a:solidFill>
                <a:schemeClr val="bg1"/>
              </a:solidFill>
            </a:endParaRPr>
          </a:p>
          <a:p>
            <a:pPr lvl="2"/>
            <a:r>
              <a:rPr lang="fr-FR">
                <a:solidFill>
                  <a:schemeClr val="bg1"/>
                </a:solidFill>
              </a:rPr>
              <a:t>Le modèle le moins cher adapté aux besoins</a:t>
            </a:r>
          </a:p>
          <a:p>
            <a:pPr lvl="2"/>
            <a:r>
              <a:rPr lang="fr-FR">
                <a:solidFill>
                  <a:schemeClr val="bg1"/>
                </a:solidFill>
              </a:rPr>
              <a:t>Le niveau de débits à souscrire</a:t>
            </a:r>
          </a:p>
          <a:p>
            <a:pPr lvl="2"/>
            <a:endParaRPr lang="fr-FR">
              <a:solidFill>
                <a:schemeClr val="bg1"/>
              </a:solidFill>
            </a:endParaRPr>
          </a:p>
          <a:p>
            <a:pPr lvl="1"/>
            <a:r>
              <a:rPr lang="fr-FR">
                <a:solidFill>
                  <a:schemeClr val="bg1"/>
                </a:solidFill>
              </a:rPr>
              <a:t>Estimer l’économie réalisée par rapport à une proposition complètement basée sur des modèles 740 en licence </a:t>
            </a:r>
            <a:r>
              <a:rPr lang="fr-FR" err="1">
                <a:solidFill>
                  <a:schemeClr val="bg1"/>
                </a:solidFill>
              </a:rPr>
              <a:t>Bandwidth</a:t>
            </a:r>
            <a:r>
              <a:rPr lang="fr-FR">
                <a:solidFill>
                  <a:schemeClr val="bg1"/>
                </a:solidFill>
              </a:rPr>
              <a:t> 10G</a:t>
            </a:r>
          </a:p>
          <a:p>
            <a:pPr lvl="1"/>
            <a:endParaRPr lang="fr-FR">
              <a:solidFill>
                <a:schemeClr val="bg1"/>
              </a:solidFill>
            </a:endParaRPr>
          </a:p>
          <a:p>
            <a:pPr lvl="1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743A8-938A-7A72-9527-CFA800F4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Etude complémentaire</a:t>
            </a:r>
            <a:br>
              <a:rPr lang="fr-FR"/>
            </a:br>
            <a:r>
              <a:rPr lang="fr-FR">
                <a:solidFill>
                  <a:schemeClr val="bg1"/>
                </a:solidFill>
              </a:rPr>
              <a:t>Affiner la liste de matériel de remplacement</a:t>
            </a:r>
          </a:p>
        </p:txBody>
      </p:sp>
    </p:spTree>
    <p:extLst>
      <p:ext uri="{BB962C8B-B14F-4D97-AF65-F5344CB8AC3E}">
        <p14:creationId xmlns:p14="http://schemas.microsoft.com/office/powerpoint/2010/main" val="1138779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069602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R Brest Practice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R_template_Fond_noir.potx" id="{9B25C8A4-EB9F-434D-BCB0-7D817CD3410B}" vid="{1B4473EC-2387-4861-A0A1-C4489625DA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range BLK Core">
      <a:dk1>
        <a:srgbClr val="FFFFFF"/>
      </a:dk1>
      <a:lt1>
        <a:srgbClr val="000000"/>
      </a:lt1>
      <a:dk2>
        <a:srgbClr val="8F8F8F"/>
      </a:dk2>
      <a:lt2>
        <a:srgbClr val="FF7900"/>
      </a:lt2>
      <a:accent1>
        <a:srgbClr val="FF7900"/>
      </a:accent1>
      <a:accent2>
        <a:srgbClr val="FFFFFF"/>
      </a:accent2>
      <a:accent3>
        <a:srgbClr val="595959"/>
      </a:accent3>
      <a:accent4>
        <a:srgbClr val="8F8F8F"/>
      </a:accent4>
      <a:accent5>
        <a:srgbClr val="D6D6D6"/>
      </a:accent5>
      <a:accent6>
        <a:srgbClr val="595959"/>
      </a:accent6>
      <a:hlink>
        <a:srgbClr val="FF7900"/>
      </a:hlink>
      <a:folHlink>
        <a:srgbClr val="FF79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ange WHT Secondary">
    <a:dk1>
      <a:srgbClr val="000000"/>
    </a:dk1>
    <a:lt1>
      <a:srgbClr val="FFFFFF"/>
    </a:lt1>
    <a:dk2>
      <a:srgbClr val="8F8F8F"/>
    </a:dk2>
    <a:lt2>
      <a:srgbClr val="FF7900"/>
    </a:lt2>
    <a:accent1>
      <a:srgbClr val="FF7900"/>
    </a:accent1>
    <a:accent2>
      <a:srgbClr val="4BB4E6"/>
    </a:accent2>
    <a:accent3>
      <a:srgbClr val="50BE87"/>
    </a:accent3>
    <a:accent4>
      <a:srgbClr val="FFB4E6"/>
    </a:accent4>
    <a:accent5>
      <a:srgbClr val="A885D8"/>
    </a:accent5>
    <a:accent6>
      <a:srgbClr val="FFD200"/>
    </a:accent6>
    <a:hlink>
      <a:srgbClr val="FF7900"/>
    </a:hlink>
    <a:folHlink>
      <a:srgbClr val="FF7900"/>
    </a:folHlink>
  </a:clrScheme>
</a:themeOverride>
</file>

<file path=ppt/theme/themeOverride2.xml><?xml version="1.0" encoding="utf-8"?>
<a:themeOverride xmlns:a="http://schemas.openxmlformats.org/drawingml/2006/main">
  <a:clrScheme name="Orange WHT Secondary">
    <a:dk1>
      <a:srgbClr val="000000"/>
    </a:dk1>
    <a:lt1>
      <a:srgbClr val="FFFFFF"/>
    </a:lt1>
    <a:dk2>
      <a:srgbClr val="8F8F8F"/>
    </a:dk2>
    <a:lt2>
      <a:srgbClr val="FF7900"/>
    </a:lt2>
    <a:accent1>
      <a:srgbClr val="FF7900"/>
    </a:accent1>
    <a:accent2>
      <a:srgbClr val="4BB4E6"/>
    </a:accent2>
    <a:accent3>
      <a:srgbClr val="50BE87"/>
    </a:accent3>
    <a:accent4>
      <a:srgbClr val="FFB4E6"/>
    </a:accent4>
    <a:accent5>
      <a:srgbClr val="A885D8"/>
    </a:accent5>
    <a:accent6>
      <a:srgbClr val="FFD200"/>
    </a:accent6>
    <a:hlink>
      <a:srgbClr val="FF7900"/>
    </a:hlink>
    <a:folHlink>
      <a:srgbClr val="FF7900"/>
    </a:folHlink>
  </a:clrScheme>
</a:themeOverride>
</file>

<file path=ppt/theme/themeOverride3.xml><?xml version="1.0" encoding="utf-8"?>
<a:themeOverride xmlns:a="http://schemas.openxmlformats.org/drawingml/2006/main">
  <a:clrScheme name="Orange WHT Secondary">
    <a:dk1>
      <a:srgbClr val="000000"/>
    </a:dk1>
    <a:lt1>
      <a:srgbClr val="FFFFFF"/>
    </a:lt1>
    <a:dk2>
      <a:srgbClr val="8F8F8F"/>
    </a:dk2>
    <a:lt2>
      <a:srgbClr val="FF7900"/>
    </a:lt2>
    <a:accent1>
      <a:srgbClr val="FF7900"/>
    </a:accent1>
    <a:accent2>
      <a:srgbClr val="4BB4E6"/>
    </a:accent2>
    <a:accent3>
      <a:srgbClr val="50BE87"/>
    </a:accent3>
    <a:accent4>
      <a:srgbClr val="FFB4E6"/>
    </a:accent4>
    <a:accent5>
      <a:srgbClr val="A885D8"/>
    </a:accent5>
    <a:accent6>
      <a:srgbClr val="FFD200"/>
    </a:accent6>
    <a:hlink>
      <a:srgbClr val="FF7900"/>
    </a:hlink>
    <a:folHlink>
      <a:srgbClr val="FF7900"/>
    </a:folHlink>
  </a:clrScheme>
</a:themeOverride>
</file>

<file path=ppt/theme/themeOverride4.xml><?xml version="1.0" encoding="utf-8"?>
<a:themeOverride xmlns:a="http://schemas.openxmlformats.org/drawingml/2006/main">
  <a:clrScheme name="Orange WHT Secondary">
    <a:dk1>
      <a:srgbClr val="000000"/>
    </a:dk1>
    <a:lt1>
      <a:srgbClr val="FFFFFF"/>
    </a:lt1>
    <a:dk2>
      <a:srgbClr val="8F8F8F"/>
    </a:dk2>
    <a:lt2>
      <a:srgbClr val="FF7900"/>
    </a:lt2>
    <a:accent1>
      <a:srgbClr val="FF7900"/>
    </a:accent1>
    <a:accent2>
      <a:srgbClr val="4BB4E6"/>
    </a:accent2>
    <a:accent3>
      <a:srgbClr val="50BE87"/>
    </a:accent3>
    <a:accent4>
      <a:srgbClr val="FFB4E6"/>
    </a:accent4>
    <a:accent5>
      <a:srgbClr val="A885D8"/>
    </a:accent5>
    <a:accent6>
      <a:srgbClr val="FFD200"/>
    </a:accent6>
    <a:hlink>
      <a:srgbClr val="FF7900"/>
    </a:hlink>
    <a:folHlink>
      <a:srgbClr val="FF79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3CACB8140F843B3A87B583104C2F3" ma:contentTypeVersion="19" ma:contentTypeDescription="Create a new document." ma:contentTypeScope="" ma:versionID="ad6d37df8056dc775dc432b2a41b27eb">
  <xsd:schema xmlns:xsd="http://www.w3.org/2001/XMLSchema" xmlns:xs="http://www.w3.org/2001/XMLSchema" xmlns:p="http://schemas.microsoft.com/office/2006/metadata/properties" xmlns:ns2="fcb613af-7e6e-4442-8ece-529a27704b36" xmlns:ns3="1387d8ff-d18a-4a47-b535-e50beb3c9600" targetNamespace="http://schemas.microsoft.com/office/2006/metadata/properties" ma:root="true" ma:fieldsID="c629281d607dc125bae70c25588c633c" ns2:_="" ns3:_="">
    <xsd:import namespace="fcb613af-7e6e-4442-8ece-529a27704b36"/>
    <xsd:import namespace="1387d8ff-d18a-4a47-b535-e50beb3c96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613af-7e6e-4442-8ece-529a27704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87d8ff-d18a-4a47-b535-e50beb3c960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c91235f-0e4f-44a5-88f2-3bb1f52f2e5c}" ma:internalName="TaxCatchAll" ma:showField="CatchAllData" ma:web="1387d8ff-d18a-4a47-b535-e50beb3c96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b613af-7e6e-4442-8ece-529a27704b36">
      <Terms xmlns="http://schemas.microsoft.com/office/infopath/2007/PartnerControls"/>
    </lcf76f155ced4ddcb4097134ff3c332f>
    <TaxCatchAll xmlns="1387d8ff-d18a-4a47-b535-e50beb3c9600" xsi:nil="true"/>
  </documentManagement>
</p:properties>
</file>

<file path=customXml/itemProps1.xml><?xml version="1.0" encoding="utf-8"?>
<ds:datastoreItem xmlns:ds="http://schemas.openxmlformats.org/officeDocument/2006/customXml" ds:itemID="{C1D91E1B-55A7-4BC3-BA7D-FE37D0230B76}"/>
</file>

<file path=customXml/itemProps2.xml><?xml version="1.0" encoding="utf-8"?>
<ds:datastoreItem xmlns:ds="http://schemas.openxmlformats.org/officeDocument/2006/customXml" ds:itemID="{0E176AD1-D719-43FF-B70C-5689A014C813}"/>
</file>

<file path=customXml/itemProps3.xml><?xml version="1.0" encoding="utf-8"?>
<ds:datastoreItem xmlns:ds="http://schemas.openxmlformats.org/officeDocument/2006/customXml" ds:itemID="{82DC7FE9-E5B7-42DA-A8B1-424D539331D9}"/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OFR Brest Practice</vt:lpstr>
      <vt:lpstr>PowerPoint Presentation</vt:lpstr>
      <vt:lpstr>Gamme des edges 7x0 Modèles et licences</vt:lpstr>
      <vt:lpstr>Besoins clients Précisions apportées par le client</vt:lpstr>
      <vt:lpstr>Etude complémentaire Affiner la liste de matériel de remplacement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JEANNE Tanguy OBS/MKT</dc:creator>
  <cp:revision>1</cp:revision>
  <dcterms:created xsi:type="dcterms:W3CDTF">2026-02-02T13:12:15Z</dcterms:created>
  <dcterms:modified xsi:type="dcterms:W3CDTF">2026-02-06T09:31:28Z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818a6-e1a0-4a6e-a969-20d857c5dc62_Enabled">
    <vt:lpwstr>true</vt:lpwstr>
  </property>
  <property fmtid="{D5CDD505-2E9C-101B-9397-08002B2CF9AE}" pid="3" name="MSIP_Label_e6c818a6-e1a0-4a6e-a969-20d857c5dc62_SetDate">
    <vt:lpwstr>2022-03-23T10:32:13Z</vt:lpwstr>
  </property>
  <property fmtid="{D5CDD505-2E9C-101B-9397-08002B2CF9AE}" pid="4" name="MSIP_Label_e6c818a6-e1a0-4a6e-a969-20d857c5dc62_Method">
    <vt:lpwstr>Standard</vt:lpwstr>
  </property>
  <property fmtid="{D5CDD505-2E9C-101B-9397-08002B2CF9AE}" pid="5" name="MSIP_Label_e6c818a6-e1a0-4a6e-a969-20d857c5dc62_Name">
    <vt:lpwstr>Orange_restricted_internal.2</vt:lpwstr>
  </property>
  <property fmtid="{D5CDD505-2E9C-101B-9397-08002B2CF9AE}" pid="6" name="MSIP_Label_e6c818a6-e1a0-4a6e-a969-20d857c5dc62_SiteId">
    <vt:lpwstr>90c7a20a-f34b-40bf-bc48-b9253b6f5d20</vt:lpwstr>
  </property>
  <property fmtid="{D5CDD505-2E9C-101B-9397-08002B2CF9AE}" pid="7" name="MSIP_Label_e6c818a6-e1a0-4a6e-a969-20d857c5dc62_ActionId">
    <vt:lpwstr>9a54611a-b707-4e9a-9ebc-66cc0d6c6815</vt:lpwstr>
  </property>
  <property fmtid="{D5CDD505-2E9C-101B-9397-08002B2CF9AE}" pid="8" name="MSIP_Label_e6c818a6-e1a0-4a6e-a969-20d857c5dc62_ContentBits">
    <vt:lpwstr>2</vt:lpwstr>
  </property>
  <property fmtid="{D5CDD505-2E9C-101B-9397-08002B2CF9AE}" pid="9" name="ContentTypeId">
    <vt:lpwstr>0x0101000073CACB8140F843B3A87B583104C2F3</vt:lpwstr>
  </property>
</Properties>
</file>